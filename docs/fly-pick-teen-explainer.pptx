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011680"/>
            <a:ext cx="3840480" cy="3840480"/>
          </a:xfrm>
          <a:prstGeom prst="ellipse">
            <a:avLst/>
          </a:prstGeom>
          <a:solidFill>
            <a:srgbClr val="1A33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a tiny fly brain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up a cube?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story about cameras, fake fly brains, and a robot arm.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so a 14-year-old can follow every step.</a:t>
            </a:r>
            <a:endParaRPr lang="en-US" sz="1800" dirty="0"/>
          </a:p>
        </p:txBody>
      </p:sp>
      <p:pic>
        <p:nvPicPr>
          <p:cNvPr id="5" name="Image 0" descr="/Users/monomyth/code/grok/fly-brain/docs/deck-assets/table-a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234440"/>
            <a:ext cx="4160520" cy="2340292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want this chain to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600200"/>
            <a:ext cx="822960" cy="82296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17922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26060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Look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04088" y="3154680"/>
            <a:ext cx="2340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takes a photo of the cube on the table.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429000" y="1325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1600200"/>
            <a:ext cx="822960" cy="822960"/>
          </a:xfrm>
          <a:prstGeom prst="ellipse">
            <a:avLst/>
          </a:prstGeom>
          <a:solidFill>
            <a:srgbClr val="26465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7922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26060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Think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630168" y="3154680"/>
            <a:ext cx="2340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copy of a fly brain turns the photo into signals.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355080" y="1325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0" y="1600200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179222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9672" y="26060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Move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556248" y="3154680"/>
            <a:ext cx="2340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signals tell the robot arm how far to go.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281160" y="132588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241280" y="1600200"/>
            <a:ext cx="822960" cy="822960"/>
          </a:xfrm>
          <a:prstGeom prst="ellipse">
            <a:avLst/>
          </a:prstGeom>
          <a:solidFill>
            <a:srgbClr val="E9C46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304" y="179222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45752" y="260604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Pick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9482328" y="3154680"/>
            <a:ext cx="2340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 lifts. That is the only real win.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IS SUPPOSED TO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in. Millimetres out.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2A9D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447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2648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table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60" y="2148840"/>
            <a:ext cx="347472" cy="256032"/>
          </a:xfrm>
          <a:prstGeom prst="rightArrow">
            <a:avLst/>
          </a:prstGeom>
          <a:solidFill>
            <a:srgbClr val="2C2416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12801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26465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4475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 brain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38728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60,000 cells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2148840"/>
            <a:ext cx="347472" cy="256032"/>
          </a:xfrm>
          <a:prstGeom prst="rightArrow">
            <a:avLst/>
          </a:prstGeom>
          <a:solidFill>
            <a:srgbClr val="2C2416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5080" y="12801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E76F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4475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4808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wires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64808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Left, right, down…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61120" y="2148840"/>
            <a:ext cx="347472" cy="256032"/>
          </a:xfrm>
          <a:prstGeom prst="rightArrow">
            <a:avLst/>
          </a:prstGeom>
          <a:solidFill>
            <a:srgbClr val="2C2416"/>
          </a:solidFill>
          <a:ln/>
        </p:spPr>
      </p:sp>
      <p:sp>
        <p:nvSpPr>
          <p:cNvPr id="20" name="Shape 15"/>
          <p:cNvSpPr/>
          <p:nvPr/>
        </p:nvSpPr>
        <p:spPr>
          <a:xfrm>
            <a:off x="9281160" y="1280160"/>
            <a:ext cx="2697480" cy="2148840"/>
          </a:xfrm>
          <a:prstGeom prst="roundRect">
            <a:avLst>
              <a:gd name="adj" fmla="val 4255"/>
            </a:avLst>
          </a:prstGeom>
          <a:solidFill>
            <a:srgbClr val="E9C46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144475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90888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 math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90888" y="24688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that into a move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02920" y="3703320"/>
            <a:ext cx="11201400" cy="2468880"/>
          </a:xfrm>
          <a:prstGeom prst="roundRect">
            <a:avLst>
              <a:gd name="adj" fmla="val 3704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31520" y="3886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Kid translation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31520" y="43434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fruit fly has special output cells that say things like “go left” or “go down.” We copied a slice of that wiring into a computer. The robot is not the fly. The computer slice is. If the slice never shouts “down,” the arm will not pick the cube — no matter how smart the rest of the code looks.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“down” shout is missing or wrong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1234440"/>
            <a:ext cx="5486400" cy="4937760"/>
          </a:xfrm>
          <a:prstGeom prst="roundRect">
            <a:avLst>
              <a:gd name="adj" fmla="val 1852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human demo does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already taught the same robot to pick this cube by copying human moves. In one second the arm can drop about 50 millimetres — a real reach down.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−50 mm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down, in one second of a real pick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fly slice says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photos, the fly slice mostly whispers “a bit to the side.” The “go down” wires are quiet, late, or pointed the wrong way.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3383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 mm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465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sometimes the opposite of the real move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“TRY HARDER” BREAKS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tug of war inside the mini brain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 longer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“down” cells wake up late. If we let the fake brain run longer, they finally shout. That sounds good.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stop alarm also wakes up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extra time turns on a “stop!” cell. Then we are not allowed to trust the move. We lose safety if we ignore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11201400" cy="2423160"/>
          </a:xfrm>
          <a:prstGeom prst="roundRect">
            <a:avLst>
              <a:gd name="adj" fmla="val 3774"/>
            </a:avLst>
          </a:prstGeom>
          <a:solidFill>
            <a:srgbClr val="26465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31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trap if we add the whole fly brain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robot must stay on a small slice (about 60,000 cells), not all 166,000. Growing the slice helps the missing wires — and makes the computer too slow to drive the arm. Win one thing, lose the other. That is the knot we have to untie, not “average it.”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A  ·  FIRST FIVE IDEAS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“try harder” 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8016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3502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missing cells 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536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helper cells we cut out, so the “left / down” wires have friends again.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28600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4086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some volumes down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the stop-alarm cells so the late “down” cells can speak.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9184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4670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clocks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478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move early, read the stop alarm later. Do not pick one waiting time.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9651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9768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5254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0624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to whoever is talking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5537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wires that already change on pick photos. Stop pretending silent wires are joysticks.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0235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5303520"/>
            <a:ext cx="512064" cy="512064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35838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5212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the photo better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559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Shine the picture onto the right spots in the mini brain, not as one big smear.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A  ·  HONEST LOOK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These ideas are mostly the same habit</a:t>
            </a:r>
            <a:endParaRPr lang="en-US" sz="2800" dirty="0"/>
          </a:p>
        </p:txBody>
      </p:sp>
      <p:pic>
        <p:nvPicPr>
          <p:cNvPr id="5" name="Image 0" descr="/Users/monomyth/code/grok/fly-brain/docs/deck-assets/fly-b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303520" cy="29832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280160"/>
            <a:ext cx="5577840" cy="4846320"/>
          </a:xfrm>
          <a:prstGeom prst="roundRect">
            <a:avLst>
              <a:gd name="adj" fmla="val 1887"/>
            </a:avLst>
          </a:prstGeom>
          <a:solidFill>
            <a:srgbClr val="264653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155448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bike chain is off, you can push harder on the pedals. You go nowhere faster.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brain, more waiting, louder volume — same chain. We already tried “a bit more waiting” and “a bit more volume.” The stop alarm got louder too.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asked a different question: how do you win without paying?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BETTER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Win. Do not pay.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knot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add missing cells, the live robot gets too slow. If we wait longer, the stop alarm screams. A middle wait is a shrug, not a fix.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26465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dream result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already knows “down.” We should not need a giant extra brain, a fake map, or a human teacher on every tick.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234440"/>
            <a:ext cx="3657600" cy="4892040"/>
          </a:xfrm>
          <a:prstGeom prst="roundRect">
            <a:avLst>
              <a:gd name="adj" fmla="val 2500"/>
            </a:avLst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463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old habit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12480" y="224028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twisting the same eight output wires. That is like tying a longer rope when the rope was the wrong tool.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B  ·  AFTER THAT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ideas that try not to pay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80160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3502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887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clocks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536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list A #3, but as a split: move from the middle moment, stop-alarm from the late moment. Not one average wait.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286000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4086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1945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map, not the wires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 brain already has a grid like a fly’s eye. Where the cube sits on that grid can mean left/right/down. The output wires can stay a diary plus a stop button.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09067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291840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4670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tiny graft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478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paste the whole fly brain. Add only the missing helper types that plug into “down,” like a short extra hose, not a new ocean.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9651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97680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5254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20624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big, run small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5537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a bigger brain can teach a tiny cheat-sheet. Live, we still run the small slice. Not a fake map on silent wires.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0235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5303520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358384"/>
            <a:ext cx="512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5212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Place, not volume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559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spots light up, not how loud the whole room is. Loudness wakes the stop alarm. Place can stay quiet.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LISTS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Keep, drop, or merge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9844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clocks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29844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Keep. Same idea, now as a split, not a shrug.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25856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 the photo / place not volume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25856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and merge. Grid location is the strong version of “aim better.”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21868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the whole missing brain back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21868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for the live robot. Too slow. Maybe only as a teacher offline.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41788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the stop alarm down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417880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as the main plan. Safety is not a knob we average.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B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513892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Pretend silent wires are joysticks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5138928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Drop. That would be lying about a fly pick.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map. Use two clocks.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from the same cube photos we already have, measure where the cube sits on the fly-eye grid. Check if that location matches the human pick (left/right/down). No robot motion for this.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Second: keep the stop alarm, but read it later than the move. Do not grow the live mini brain to 166,000 cells. Do not invent a fake “down” from silent wires.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grid still cannot match a real pick, we stop calling this a fly pick on the robot — not another millimetre twitch.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 BRAIN  ·  CUBE PICK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0" y="2560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58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 NOT HAVE TO 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Nobody needs to stand by the arm for this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201400" cy="1280160"/>
          </a:xfrm>
          <a:prstGeom prst="roundRect">
            <a:avLst>
              <a:gd name="adj" fmla="val 7143"/>
            </a:avLst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562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916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more tiny robot moves to “see what happens.”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2788920"/>
            <a:ext cx="11201400" cy="1280160"/>
          </a:xfrm>
          <a:prstGeom prst="roundRect">
            <a:avLst>
              <a:gd name="adj" fmla="val 7143"/>
            </a:avLst>
          </a:prstGeom>
          <a:solidFill>
            <a:srgbClr val="264653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154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2735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1089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Yes: replay the old pick videos on a computer.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02920" y="4206240"/>
            <a:ext cx="11201400" cy="128016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720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6908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526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Yes: test the grid idea on those videos first.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a fly brain pick up a cube?</dc:title>
  <dc:subject>Teen explainer: problem, two idea lists, recommended next step</dc:subject>
  <dc:creator>fly-brain</dc:creator>
  <cp:lastModifiedBy>fly-brain</cp:lastModifiedBy>
  <cp:revision>1</cp:revision>
  <dcterms:created xsi:type="dcterms:W3CDTF">2026-09-16T19:52:32Z</dcterms:created>
  <dcterms:modified xsi:type="dcterms:W3CDTF">2026-09-16T19:52:32Z</dcterms:modified>
</cp:coreProperties>
</file>